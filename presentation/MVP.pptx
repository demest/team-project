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6858000" cy="9144000"/>
  <p:embeddedFontLst>
    <p:embeddedFont>
      <p:font typeface="Inter SemiBold" panose="020B0604020202020204" charset="0"/>
      <p:regular r:id="rId9"/>
      <p:bold r:id="rId10"/>
      <p:italic r:id="rId11"/>
      <p:boldItalic r:id="rId12"/>
    </p:embeddedFont>
    <p:embeddedFont>
      <p:font typeface="JetBrains Mono" panose="02000009000000000000" pitchFamily="49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200d159f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200d159f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00d159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00d159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200d159f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200d159f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3BDE83D9-1038-C345-16D4-AEC45C2C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200d159f5_0_10:notes">
            <a:extLst>
              <a:ext uri="{FF2B5EF4-FFF2-40B4-BE49-F238E27FC236}">
                <a16:creationId xmlns:a16="http://schemas.microsoft.com/office/drawing/2014/main" id="{20EED6A4-338E-746B-2B14-5A6C81A2E0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200d159f5_0_10:notes">
            <a:extLst>
              <a:ext uri="{FF2B5EF4-FFF2-40B4-BE49-F238E27FC236}">
                <a16:creationId xmlns:a16="http://schemas.microsoft.com/office/drawing/2014/main" id="{BDF037D1-8E76-889F-48B4-E7543E47D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527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200d159f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200d159f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0817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9D1D9"/>
              </a:buClr>
              <a:buSzPts val="990"/>
              <a:buFont typeface="Inter SemiBold"/>
              <a:buNone/>
            </a:pPr>
            <a:r>
              <a:rPr lang="ru" sz="345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Создание доверенной среды на архитектуре RISC-V</a:t>
            </a:r>
            <a:endParaRPr sz="408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Напоминание о том, что мы делаем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74900" y="1159500"/>
            <a:ext cx="546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- построить доверенную вычислительную цепочку.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Главная суть - получить систему, где каждый файл может быть проверен человеком.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Начинаем с минимального кода, понятного глазу, и постепенно билдим и развёртываем последующие стадии. 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6032775" y="1387200"/>
            <a:ext cx="3000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RISC-V assembly source</a:t>
            </a:r>
            <a:endParaRPr sz="135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Compiling into hex0</a:t>
            </a:r>
            <a:endParaRPr sz="135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 image: concatenate Boot + payload (system)</a:t>
            </a:r>
            <a:endParaRPr sz="135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 minimal system (payload)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↓</a:t>
            </a:r>
            <a:endParaRPr sz="135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5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Deploy next-stage components</a:t>
            </a:r>
            <a:endParaRPr sz="1350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Реализованные задачи за прошлый семестр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825" y="1623025"/>
            <a:ext cx="5032800" cy="18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Пересборка hex0 в .bin и запуск stage1</a:t>
            </a:r>
            <a:endParaRPr sz="1420">
              <a:solidFill>
                <a:schemeClr val="dk1"/>
              </a:solidFill>
            </a:endParaRPr>
          </a:p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прямое управление UART</a:t>
            </a:r>
            <a:endParaRPr sz="1420">
              <a:solidFill>
                <a:schemeClr val="dk1"/>
              </a:solidFill>
            </a:endParaRPr>
          </a:p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таблица процессов</a:t>
            </a:r>
            <a:endParaRPr>
              <a:solidFill>
                <a:schemeClr val="dk1"/>
              </a:solidFill>
            </a:endParaRPr>
          </a:p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сохранение/восстановление регистров</a:t>
            </a:r>
            <a:endParaRPr sz="1420">
              <a:solidFill>
                <a:schemeClr val="dk1"/>
              </a:solidFill>
            </a:endParaRPr>
          </a:p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логика планировщика</a:t>
            </a:r>
            <a:endParaRPr sz="142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5260375" y="1623025"/>
            <a:ext cx="3571800" cy="18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обработка panic/ошибок</a:t>
            </a:r>
            <a:endParaRPr>
              <a:solidFill>
                <a:schemeClr val="dk1"/>
              </a:solidFill>
            </a:endParaRPr>
          </a:p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аллокатор страниц</a:t>
            </a:r>
            <a:endParaRPr>
              <a:solidFill>
                <a:schemeClr val="dk1"/>
              </a:solidFill>
            </a:endParaRPr>
          </a:p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переключение контекста</a:t>
            </a:r>
            <a:endParaRPr sz="1420">
              <a:solidFill>
                <a:schemeClr val="dk1"/>
              </a:solidFill>
            </a:endParaRPr>
          </a:p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автоматизация Makefile</a:t>
            </a:r>
            <a:endParaRPr>
              <a:solidFill>
                <a:schemeClr val="dk1"/>
              </a:solidFill>
            </a:endParaRPr>
          </a:p>
          <a:p>
            <a:pPr marL="457200" lvl="0" indent="-31877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"/>
              <a:buChar char="●"/>
            </a:pPr>
            <a:r>
              <a:rPr lang="ru" sz="1420">
                <a:solidFill>
                  <a:schemeClr val="dk1"/>
                </a:solidFill>
              </a:rPr>
              <a:t>QEMU и Lichee Pi 4A</a:t>
            </a:r>
            <a:endParaRPr sz="18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Текущие цели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В данный момент главным приоритетом является именно создание системы подгрузки и инициализации следующих стадий, с последующим переходом в них: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Реализована примитивная файловая система;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Из boot-а перенесён алгоритм сборки файлов hex0;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Реализована команда джампа в собранный файл; </a:t>
            </a:r>
            <a:endParaRPr lang="en-US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Интеграционные тесты и верификация сборки</a:t>
            </a:r>
            <a:br>
              <a:rPr lang="ru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 dirty="0"/>
              <a:t>чего, теоретически, должно уже хватать для сборки более сложных стадий.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8D889B31-7F6A-E70E-D753-6740850B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>
            <a:extLst>
              <a:ext uri="{FF2B5EF4-FFF2-40B4-BE49-F238E27FC236}">
                <a16:creationId xmlns:a16="http://schemas.microsoft.com/office/drawing/2014/main" id="{69BC251B-B012-C9FF-F2BD-45B3F502F3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Реализация на </a:t>
            </a:r>
            <a:r>
              <a:rPr lang="en-US" dirty="0"/>
              <a:t>Lichee Pi 4A</a:t>
            </a:r>
            <a:endParaRPr dirty="0"/>
          </a:p>
        </p:txBody>
      </p:sp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D7E37459-2F36-0784-9300-62964D0E6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Инициализация памяти </a:t>
            </a:r>
            <a:r>
              <a:rPr lang="en-US" dirty="0" err="1"/>
              <a:t>ddr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dirty="0"/>
              <a:t>Запуск </a:t>
            </a:r>
            <a:r>
              <a:rPr lang="en-US" dirty="0"/>
              <a:t>stage3</a:t>
            </a:r>
            <a:r>
              <a:rPr lang="ru-RU" dirty="0"/>
              <a:t> на </a:t>
            </a:r>
            <a:r>
              <a:rPr lang="en-US" dirty="0"/>
              <a:t>Lichee Pi 4A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dirty="0"/>
              <a:t> Обработка ошибок связанных с остановкой </a:t>
            </a:r>
            <a:r>
              <a:rPr lang="en-US" dirty="0"/>
              <a:t>Lichee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2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2256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*тут должна быть демонстрация*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207</Words>
  <Application>Microsoft Office PowerPoint</Application>
  <PresentationFormat>Экран (16:9)</PresentationFormat>
  <Paragraphs>38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Inter SemiBold</vt:lpstr>
      <vt:lpstr>Arial</vt:lpstr>
      <vt:lpstr>JetBrains Mono</vt:lpstr>
      <vt:lpstr>Simple Light</vt:lpstr>
      <vt:lpstr>Создание доверенной среды на архитектуре RISC-V</vt:lpstr>
      <vt:lpstr>Напоминание о том, что мы делаем</vt:lpstr>
      <vt:lpstr>Реализованные задачи за прошлый семестр</vt:lpstr>
      <vt:lpstr>Текущие цели</vt:lpstr>
      <vt:lpstr>Реализация на Lichee Pi 4A</vt:lpstr>
      <vt:lpstr>*тут должна быть демонстрация*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Даниил Смолин</cp:lastModifiedBy>
  <cp:revision>2</cp:revision>
  <dcterms:modified xsi:type="dcterms:W3CDTF">2026-03-24T03:53:31Z</dcterms:modified>
</cp:coreProperties>
</file>